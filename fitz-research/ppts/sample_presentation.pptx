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>
      <p:cViewPr varScale="1">
        <p:scale>
          <a:sx n="104" d="100"/>
          <a:sy n="104" d="100"/>
        </p:scale>
        <p:origin x="23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80F0-9B76-B075-1CA2-51F2D3969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30E-ED00-5484-F1E4-2170A88FD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BC609-1234-9E30-A500-530E27CD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104F7-7FA2-90BE-1DFD-C9A58273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16369-7060-F7B9-58A5-D085F7F6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9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8CDC-8EA1-629E-54EC-CE8CB352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4FB0C-523D-1854-DBC3-540AC226A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2D221-EE27-5E6E-8E80-9ADADC63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2383-59F8-E326-A6F6-4BCC41CC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3C53-ACB1-C73D-8A8A-C38AE49F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4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4D93-FCCC-DC4B-CF41-9384C1BA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DDC81-49F5-7BEB-A833-41B736D57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5181D-0766-0EAE-2DEA-A93A124D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96BB-8930-0F13-786F-8305DAA6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819EC-4417-27B8-8B0D-C80F6F1E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5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E540-AC0C-A22F-FAA8-80C7EEFD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B420-E338-B31C-BE74-BDBEFAE21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67634-4B0F-9D53-20DA-1A65FEDBD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6B8CE-2DBC-5219-1D2B-A6C0F338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99790-DA0A-FD2E-F56F-8137A3CE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7F5C0-9986-74FD-BA13-3560855D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4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C1FA-BAE9-8D17-6F82-219A8C6F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F8770-C2FB-E318-4354-691E57A90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93CBB-37BB-99C2-4583-CF0FFD79E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20B90-E0A6-F398-AC9C-43BCA8ABA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A6293-ACA6-D7CC-6F7D-841537B97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930CB-006F-1229-4845-A3973DC1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78F3A-E43E-E4B9-9839-0A391A3D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7D3A8-086B-B308-DFDD-46D53335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6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61BA-AE38-BAF3-A81B-0258CCF0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932A7-1687-A5E1-DD1D-A4CC9AB0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D5BD9-A2E1-B1E6-00DE-DA87E9088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6993C-2156-A336-3659-3EDD7B66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5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D3F42-EC0C-95C1-0807-53F11654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5D50D-97FD-92DB-92E5-9231900C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60CAC-5045-34F1-9BEB-A6B5A34E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2138-F761-39F7-C57C-2205B94F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CBE9E-3E87-8A14-6D84-109646CD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F8CC6-EC36-C05B-AE6E-717DD7B38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67E88-6782-04CB-08F8-BCFC1CB1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F414A-868E-72A0-FBA4-BF470E1C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DA50F-840B-40B5-8872-7179CC6E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D36C-19F0-73B9-526D-A0845D55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1876A-936F-65AE-ABA2-B915AF44AF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CAA4A-49AF-58E4-C33F-17432FF7E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B7AEF-99F4-15CF-FC34-371BBF09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7A818-ED96-3461-873A-4925B609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3F84E-6766-6826-F29A-87E3F1FC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B8A0-348C-94E4-9E1A-1DEC72FF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96F89-6360-50BB-C9D7-97658112B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F971C-BEFD-2028-581F-6BDA6C37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47C63-C404-75A3-AB40-4626D791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9D2C4-5367-AF69-B0B3-D03BA180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9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CB216-2AAB-6A87-B22E-7C9790B2E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705C5-9B8A-66A6-A4CF-CCD1665BE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64A3-F328-099D-79A4-C3C21D6F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255B-3416-1527-26D7-AA88AC98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024B0-D9B5-708F-77FC-783CFB5C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3F1052-F8EE-1E84-BF79-6FE3B092B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46F30-4E35-BD2C-CDCC-BA55BCB43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6C4C5-F410-17B6-6184-72A5A1610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B34E7-785C-8648-9139-D23D9AA04E30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545E9-B667-1ECB-8F4A-12B964BEA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C7283-73C3-A2E6-A42A-995CA7F13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CBCF4-5C53-724B-BCF6-EABF8898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5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5598B-40EA-87BB-06BE-49071045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75728"/>
            <a:ext cx="7772400" cy="430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453DA9-B99E-9FEE-28C0-FB0D9421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70410"/>
            <a:ext cx="7772400" cy="27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8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F237B4-CEB0-0D0C-F87F-D175A2C14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8169"/>
            <a:ext cx="7772400" cy="59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4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14327F-7CF0-E15C-2C07-D1256E3A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7449"/>
            <a:ext cx="7772400" cy="524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3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5FBBD8-0D8D-85DB-CC79-569CE18D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50" y="457200"/>
            <a:ext cx="77089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14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Shantanu Desai</dc:creator>
  <cp:lastModifiedBy>Shantanu Desai</cp:lastModifiedBy>
  <cp:revision>1</cp:revision>
  <dcterms:created xsi:type="dcterms:W3CDTF">2026-09-23T05:44:32Z</dcterms:created>
  <dcterms:modified xsi:type="dcterms:W3CDTF">2026-09-23T05:48:55Z</dcterms:modified>
</cp:coreProperties>
</file>